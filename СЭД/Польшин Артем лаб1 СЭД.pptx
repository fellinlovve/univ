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7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6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94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159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87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596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245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88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850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8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96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77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87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068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184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265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544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350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03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54B193F-DD2B-40D0-8E95-2C0C77306D97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00D3411-B5E5-4EC7-87FD-9BDC2C95C6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90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03131" y="2161504"/>
            <a:ext cx="9144000" cy="294542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ru-RU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электронного документооборота.</a:t>
            </a:r>
            <a:br>
              <a:rPr lang="ru-RU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Лабораторная работа №1.</a:t>
            </a:r>
            <a:br>
              <a:rPr lang="ru-RU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Регламент предоставления государственной </a:t>
            </a:r>
            <a:r>
              <a:rPr lang="ru-RU" sz="3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услуги.</a:t>
            </a:r>
            <a:r>
              <a:rPr 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03131" y="4279046"/>
            <a:ext cx="9144000" cy="1655762"/>
          </a:xfrm>
        </p:spPr>
        <p:txBody>
          <a:bodyPr>
            <a:no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Подготовил:</a:t>
            </a:r>
            <a:br>
              <a:rPr lang="ru-RU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Студент 3 курса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Группы ИСиТ-О-24/4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Польшин Артем </a:t>
            </a:r>
            <a:br>
              <a:rPr lang="ru-RU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Денисович</a:t>
            </a:r>
          </a:p>
        </p:txBody>
      </p:sp>
    </p:spTree>
    <p:extLst>
      <p:ext uri="{BB962C8B-B14F-4D97-AF65-F5344CB8AC3E}">
        <p14:creationId xmlns:p14="http://schemas.microsoft.com/office/powerpoint/2010/main" val="11186915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0607" y="947291"/>
            <a:ext cx="8761413" cy="70696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предоставления государственной услуги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Точка старта: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Процесс инициируется с момента поступления обращения (заявления) от заявителя.</a:t>
            </a:r>
          </a:p>
          <a:p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Основание: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Начало предоставления государственной услуги является первым этапом административного регламента.</a:t>
            </a:r>
          </a:p>
          <a:p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Действие: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Уполномоченный специалист приступает к приему и первичной регистрации поступивших документов и сведений.</a:t>
            </a:r>
          </a:p>
          <a:p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этапа: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Формирование пакета документов для дальнейшей проверки.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8665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2889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наличия оснований для отказа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174264"/>
            <a:ext cx="10515600" cy="4351338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Суть этапа: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Проводится комплексный анализ предоставленных заявителем документов и сведений.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проверки: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Выявление наличия или отсутствия законодательно установленных оснований для отказа в оказании государственной услуги.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проверяется: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Полнота и достоверность предоставленных данных.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Соответствие заявителя установленным требованиям.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Наличие/отсутствие ограничений или запретов на предоставление услуги.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 возможности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дальнейшего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оказания услуги.</a:t>
            </a:r>
          </a:p>
          <a:p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5077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15293" y="929708"/>
            <a:ext cx="8761413" cy="70696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результатов проверки и выбор сценария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итогам проведенной проверки формируется один из двух возможных сценариев дальнейших действий.</a:t>
            </a:r>
          </a:p>
          <a:p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Ветка «Нет»: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Основания для отказа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присутствуют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(или признаны несущественными). Процесс переходит к процедуре подготовки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отказа.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Ветка «Да»: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Основания для отказа 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отсутствуют. 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переходит к подготовке предоставления услуги.</a:t>
            </a:r>
          </a:p>
          <a:p>
            <a:r>
              <a:rPr lang="ru-RU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Выбор ветки определяет дальнейший маршрут движения документов и сроки выполнения административных процедур.</a:t>
            </a:r>
          </a:p>
          <a:p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971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62301" y="991252"/>
            <a:ext cx="8761413" cy="70696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 при отсутствии оснований (Ветка «Нет»)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603500"/>
            <a:ext cx="9976108" cy="4017108"/>
          </a:xfrm>
        </p:spPr>
        <p:txBody>
          <a:bodyPr>
            <a:normAutofit fontScale="62500" lnSpcReduction="20000"/>
          </a:bodyPr>
          <a:lstStyle/>
          <a:p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уведомления: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Формируется официальное уведомление об отказе в оказании государственной услуги с указанием причин и правовых оснований.</a:t>
            </a:r>
          </a:p>
          <a:p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уведомления: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Документ направляется заявителю. Важно: уведомление может быть направлено как на бумажном носителе, так и в электронной форме (через личный кабинет или Единый портал).</a:t>
            </a:r>
          </a:p>
          <a:p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Фиксация результата: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Внесение информации об отказе в соответствующую информационную систему.</a:t>
            </a:r>
          </a:p>
          <a:p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Процесс завершается окончанием предоставления государственной услуги.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86640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17986" y="885745"/>
            <a:ext cx="8761413" cy="70696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 при наличии оснований (Ветка «Да»)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170" y="2286977"/>
            <a:ext cx="11037046" cy="4571023"/>
          </a:xfrm>
        </p:spPr>
        <p:txBody>
          <a:bodyPr>
            <a:no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информации: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Осуществляется подготовка полной информации о предоставлении государственной услуги.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проекта ответа: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Формируется проект итогового документа (разрешения, справки, выписки и т.д.), содержащего результат услуги.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ответа: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Готовый ответ направляется заявителю.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Каналы доставки: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Почтовая связь (бумажный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носитель)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Электронная почта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кабинет на Едином портале государственных услуг.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Процесс завершается окончанием предоставления государственной услуги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82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57904" y="1087968"/>
            <a:ext cx="8761413" cy="70696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Завершение процесса и подведение итогов</a:t>
            </a:r>
            <a:br>
              <a:rPr lang="ru-RU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54954" y="2603500"/>
            <a:ext cx="9967315" cy="3981938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Единая точка выхода: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Независимо от выбранного сценария (отказ или предоставление), процесс завершается этапом «Окончание предоставления государственной услуги».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Архивация: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Все материалы, связанные с заявлением и принятым решением, подлежат обязательному хранению в архиве.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Сведения о результате оказания услуги передаются в надзорные и статистические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органы.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вывод: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Соблюдение регламента на каждом этапе гарантирует законность и прозрачность процедуры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2116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50</TotalTime>
  <Words>77</Words>
  <Application>Microsoft Office PowerPoint</Application>
  <PresentationFormat>Широкоэкранный</PresentationFormat>
  <Paragraphs>39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Совет директоров</vt:lpstr>
      <vt:lpstr>Системы электронного документооборота. Лабораторная работа №1. Регламент предоставления государственной услуги. </vt:lpstr>
      <vt:lpstr>Начало предоставления государственной услуги</vt:lpstr>
      <vt:lpstr>Проверка наличия оснований для отказа</vt:lpstr>
      <vt:lpstr>Анализ результатов проверки и выбор сценария</vt:lpstr>
      <vt:lpstr>Сценарий при отсутствии оснований (Ветка «Нет»)</vt:lpstr>
      <vt:lpstr>Сценарий при наличии оснований (Ветка «Да»)</vt:lpstr>
      <vt:lpstr>Завершение процесса и подведение итогов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Студент Студентович</dc:creator>
  <cp:lastModifiedBy>Студент Студентович</cp:lastModifiedBy>
  <cp:revision>5</cp:revision>
  <dcterms:created xsi:type="dcterms:W3CDTF">2026-09-14T07:30:10Z</dcterms:created>
  <dcterms:modified xsi:type="dcterms:W3CDTF">2026-09-14T08:22:18Z</dcterms:modified>
</cp:coreProperties>
</file>